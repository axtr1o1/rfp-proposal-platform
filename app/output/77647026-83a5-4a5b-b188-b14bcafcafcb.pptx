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rgbClr val="FFFCEC"/>
                </a:solidFill>
                <a:latin typeface="+mn-lt"/>
                <a:ea typeface="+mn-ea"/>
                <a:cs typeface="+mn-cs"/>
              </a:defRPr>
            </a:pPr>
            <a:r>
              <a:t>Timeline for Project Phases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Duration</c:v>
                </c:pt>
              </c:strCache>
            </c:strRef>
          </c:tx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FFFCEC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Study &amp; Analysis</c:v>
                </c:pt>
                <c:pt idx="1">
                  <c:v>Design &amp; Alignment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CEC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Project Phases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CEC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Percentage of Total Duration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e2a6ef0-68c9-4503-8233-6cbbb6ce2194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rgbClr val="FFFCEC"/>
                </a:solidFill>
                <a:latin typeface="+mn-lt"/>
                <a:ea typeface="+mn-ea"/>
                <a:cs typeface="+mn-cs"/>
              </a:defRPr>
            </a:pPr>
            <a:r>
              <a:t>Timeline and Milestones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CEC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55</c:v>
                </c:pt>
                <c:pt idx="11">
                  <c:v>60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CEC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Month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CEC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Progress (%)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ef64c72-bc93-4489-9154-5f0aa9ced823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8288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920240"/>
            <a:ext cx="944575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4400" b="1">
                <a:solidFill>
                  <a:srgbClr val="0D2026"/>
                </a:solidFill>
                <a:latin typeface="Cairo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</a:rPr>
              <a:t>Rural Development Strategy Design for Selected Villages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2400">
                <a:solidFill>
                  <a:srgbClr val="0D2026"/>
                </a:solidFill>
                <a:latin typeface="Tajawal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</a:rPr>
              <a:t>Prepared by Impetus Strategy</a:t>
            </a:r>
            <a:endParaRPr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lnSpc>
                <a:spcPct val="145000"/>
              </a:lnSpc>
              <a:spcAft>
                <a:spcPts val="600"/>
              </a:spcAft>
              <a:defRPr sz="2400">
                <a:solidFill>
                  <a:srgbClr val="0D2026"/>
                </a:solidFill>
                <a:latin typeface="Tajawal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</a:rPr>
              <a:t>Impetus Strategy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Executive Summary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Company Introduction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Understanding the RFP and Objectives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Objectives - National framework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National framework for non-profit rural strategies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Reflect geographic and cultural diversity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Village-specific theories and strategic maps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Objectives, KPIs, and initiatives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Operating and financial models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For each village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Objectives - Social Innovation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Social Innovation Lab model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Crowdsource solutions, engage stakeholders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Technical Approach and Methodology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Phased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2103120"/>
          </a:xfrm>
          <a:prstGeom prst="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Phase 1: Study &amp;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2103120"/>
          </a:xfrm>
          <a:prstGeom prst="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Phase 2: Design &amp;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572000" cy="2103120"/>
          </a:xfrm>
          <a:prstGeom prst="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480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Social Innovation Lab</a:t>
            </a:r>
          </a:p>
        </p:txBody>
      </p:sp>
      <p:sp>
        <p:nvSpPr>
          <p:cNvPr id="10" name="Diamond 9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Project Timeline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944575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Project Architecture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System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2103120"/>
          </a:xfrm>
          <a:prstGeom prst="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Strategy Design 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2103120"/>
          </a:xfrm>
          <a:prstGeom prst="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Initiative Management Toolkit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572000" cy="2103120"/>
          </a:xfrm>
          <a:prstGeom prst="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480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Social Innovation Platform</a:t>
            </a:r>
          </a:p>
        </p:txBody>
      </p:sp>
      <p:sp>
        <p:nvSpPr>
          <p:cNvPr id="10" name="Diamond 9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Growth Enablers - Leadership Coaching 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Leadership Coaching – equip managers with targeted mentoring playbooks.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Process Automation – streamline approvals and handoffs with digital workflows.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Funding Model – diversify grant, fee-based, and endowment income streams.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Growth Enablers - Citizen Pods 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Citizen Pods – embed service designers alongside each field deployment team.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Relevant Experience and Case Evidence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Case Studies - Social and economic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Social and economic surveys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Priority regions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GIS outputs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Community needs assessment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Selection criteria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Improvement domains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Job standards for workforce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Competency models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Training programs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Case Studies - Social investment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Social investment ecosystem strategy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National framework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Implementation roadmap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" y="1016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Project Team and Roles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Team Structure - Managing 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Managing Director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Governance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Client alignment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Global Projects Lead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Strategic frameworks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Impact investing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Engagement Managers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Leadership across regions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Stakeholder engagement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Team Structure - EPMO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EPMO Manager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Program management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Quality control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Work Plan, Timeline, and Milestones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Work Plan and Milestones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944575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Quality Assurance and Risk Management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Risk Management - Data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Data Gaps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Validation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Prioritization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Stakeholder Misalignment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Engagement plan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Decision logs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Schedule Slippage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EPMO monitoring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Resource allocation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Risk Management -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0D2026"/>
                </a:solidFill>
                <a:latin typeface="Tajawal"/>
              </a:defRPr>
            </a:pPr>
            <a:r>
              <a:t>Sustainability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Financial models</a:t>
            </a:r>
          </a:p>
          <a:p>
            <a:pPr lvl="1" algn="r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Capacity building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KPIs and Service Levels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2103120"/>
          </a:xfrm>
          <a:prstGeom prst="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On-time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2103120"/>
          </a:xfrm>
          <a:prstGeom prst="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Acceptance of Deliverables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572000" cy="2103120"/>
          </a:xfrm>
          <a:prstGeom prst="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480560"/>
            <a:ext cx="3840480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Stakeholder Engagement</a:t>
            </a:r>
          </a:p>
        </p:txBody>
      </p:sp>
      <p:sp>
        <p:nvSpPr>
          <p:cNvPr id="10" name="Diamond 9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Thank You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2325</Words>
  <Application>WPS Presentation</Application>
  <PresentationFormat>On-screen Show (4:3)</PresentationFormat>
  <Paragraphs>185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Cairo</vt:lpstr>
      <vt:lpstr>Liberation Mono</vt:lpstr>
      <vt:lpstr>Tajawal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vineesh siva</cp:lastModifiedBy>
  <cp:revision>2</cp:revision>
  <dcterms:created xsi:type="dcterms:W3CDTF">2013-01-27T09:14:00Z</dcterms:created>
  <dcterms:modified xsi:type="dcterms:W3CDTF">2025-11-17T04:32:38Z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4BA7B319889745E7A3DF2C78061B5E69_12</vt:lpwstr>
  </property>
  <property fmtid="{D5CDD505-2E9C-101B-9397-08002B2CF9AE}" pid="3" name="KSOProductBuildVer">
    <vt:lpwstr>1033-12.2.0.23131</vt:lpwstr>
  </property>
</Properties>
</file>