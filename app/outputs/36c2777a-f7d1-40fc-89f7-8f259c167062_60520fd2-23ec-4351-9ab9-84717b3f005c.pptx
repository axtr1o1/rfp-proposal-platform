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Functional Standards and Capacity Building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Prepared by 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proposes a rigorous program to design functional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Align qualifications with SAQF and deliver capacity building for 1,000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Our approach blends structured planning, role analysis, and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focuses on high-impact initiatives beyond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Capabilities include strategy, governance, and socio-economic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Experience in the Kingdom and internationally with various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Understanding of RFP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Elevate service quality through functional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Align job qualifications with SAQF and implement structured registration.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Design enablement programs for 1,000 candidates.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Technical Approach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Standards-led human capital development with role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Governance model includes project charter, quality gates, and risk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Phased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Planning and Mobilization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Job Analysis and Descriptions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SAQF Qualification Registration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Methodological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Evidence-based job analysis and beneficiary mapping.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SAQF-compliant qualification design and outcome-focused enablement.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Components include project management, standards, and delivery enablement.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Data flow integrates input from surveys and outputs approved job descriptions.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Relevant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Experience in workforce standards and enablement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Projects aligning stakeholders and performance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Visitor experience measurement with defined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Project Team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 Director oversees stakeholder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 Manager handles planning, scheduling, and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Technical Advisor focuses on job analysis and SAQF criteria.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Work Plan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Total duration: 30 months, executed in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activities include planning, job analysis, and enablement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Quality Assurance and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Quality managed through acceptance criteria and peer reviews.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Risk controls include stakeholder engagement and contingency planning.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KPIs and Service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100% completion of top-10 job descriptions.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≥90% training completion rate for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≥85% participant satisfaction with 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Data Privacy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Adhere to confidentiality and data handling regulations.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IP ownership aligns with RFP requirements.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Project Charter and Execution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10 SAQF-registered qualifications.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Final report and acceptance letters.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Impetus Strategy is committed to delivering high-quality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Our approach ensures alignment with RFP objectives and stakeholder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