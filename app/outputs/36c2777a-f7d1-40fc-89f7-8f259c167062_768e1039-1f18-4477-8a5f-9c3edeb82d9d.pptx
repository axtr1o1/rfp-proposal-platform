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Functional Standards and Capacity Building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Prepared by 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proposes a rigorous program to design functional standards and align qualifications with SAQF.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focuses on high-impact initiatives prioritizing measurable outcomes beyond profitability.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Understanding of the RFP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Elevate service quality through functional standards for priority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Align job qualifications with SAQF and implement structured registration.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Standards-led human capital development anchored in role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Phased methodology from planning to project closure and knowledge transfer.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Components include project management, standards, delivery enablement,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Work Plan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Total duration is 6 months, executed in phases with key milestones.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Work Plan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Planning &amp; Mobilization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Quality Assurance and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Quality controls include acceptance criteria, peer reviews, and semiannual QA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KPIs and Service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100% job descriptions approved, 90% training completion, and 85% participant satisfaction.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Data Privacy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Ensure confidentiality and compliance with Saudi regulations on data handling.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Includes project charter, job descriptions, training kits, and final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Timely access to stakeholders and adherence to SAQF processes are critical.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Budget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Pricing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Fixed-fee structure aligned with deliverables and acceptance milestones.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is committed to delivering impactful and sustainable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