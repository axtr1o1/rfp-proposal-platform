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o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2011680"/>
            <a:ext cx="5486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400" b="1">
                <a:solidFill>
                  <a:srgbClr val="FFFCEC"/>
                </a:solidFill>
                <a:latin typeface="Calibri"/>
              </a:defRPr>
            </a:pPr>
            <a:r>
              <a:t>Template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CEC"/>
                </a:solidFill>
                <a:latin typeface="Calibri"/>
              </a:defRPr>
            </a:pPr>
            <a:r>
              <a:t>All Slide Types Demonstration</a:t>
            </a:r>
            <a:br/>
            <a:r>
              <a:t>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agend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Picture 1" descr="agend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914400"/>
            <a:ext cx="5394960" cy="45720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57200"/>
            <a:ext cx="2743200" cy="54864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Core Values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371600"/>
            <a:ext cx="2834640" cy="73152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Our Sectors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0" y="1371600"/>
            <a:ext cx="2834640" cy="73152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Our Sectors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7724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731520"/>
            <a:ext cx="2468880" cy="54864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Our Achievements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7724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731520"/>
            <a:ext cx="2468880" cy="54864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Our Achievements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457200"/>
            <a:ext cx="2743200" cy="54864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Added Value</a:t>
            </a:r>
          </a:p>
        </p:txBody>
      </p:sp>
      <p:sp>
        <p:nvSpPr>
          <p:cNvPr id="4" name="Diamond 3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square" anchor="ctr" l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  <a:defRPr sz="1800">
                <a:solidFill>
                  <a:srgbClr val="0D2026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5029200" cy="1371600"/>
          </a:xfrm>
          <a:prstGeom prst="rect">
            <a:avLst/>
          </a:prstGeom>
          <a:noFill/>
        </p:spPr>
        <p:txBody>
          <a:bodyPr wrap="square" anchor="ctr" lIns="182880" rIns="45720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b="0" sz="1600">
                <a:solidFill>
                  <a:srgbClr val="0D2026"/>
                </a:solidFill>
                <a:latin typeface="Calibri"/>
              </a:defRPr>
              <a:buFont typeface="Calibri"/>
              <a:buChar char="●"/>
              <a:buClr>
                <a:srgbClr val="01415C"/>
              </a:buClr>
            </a:pPr>
            <a:r>
              <a:t>Project component one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b="0" sz="1600">
                <a:solidFill>
                  <a:srgbClr val="0D2026"/>
                </a:solidFill>
                <a:latin typeface="Calibri"/>
              </a:defRPr>
              <a:buFont typeface="Calibri"/>
              <a:buChar char="●"/>
              <a:buClr>
                <a:srgbClr val="01415C"/>
              </a:buClr>
            </a:pPr>
            <a:r>
              <a:t>Project component two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b="0" sz="1600">
                <a:solidFill>
                  <a:srgbClr val="0D2026"/>
                </a:solidFill>
                <a:latin typeface="Calibri"/>
              </a:defRPr>
              <a:buFont typeface="Calibri"/>
              <a:buChar char="●"/>
              <a:buClr>
                <a:srgbClr val="01415C"/>
              </a:buClr>
            </a:pPr>
            <a:r>
              <a:t>Project component three</a:t>
            </a:r>
          </a:p>
        </p:txBody>
      </p:sp>
      <p:sp>
        <p:nvSpPr>
          <p:cNvPr id="5" name="Diamond 4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>
            <a:off x="182880" y="4686300"/>
            <a:ext cx="73152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